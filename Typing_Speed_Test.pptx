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DC9"/>
    <a:srgbClr val="CFDE9A"/>
    <a:srgbClr val="E7E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0D5B7-FE5B-4C00-8673-6AA460398D53}" v="7" dt="2025-11-30T12:45:05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jal Makhloga" userId="e570d5326fd02a7c" providerId="LiveId" clId="{848D3020-8417-4238-9879-3A78A7B54C77}"/>
    <pc:docChg chg="modSld">
      <pc:chgData name="Pranjal Makhloga" userId="e570d5326fd02a7c" providerId="LiveId" clId="{848D3020-8417-4238-9879-3A78A7B54C77}" dt="2025-11-30T12:45:21.796" v="79" actId="207"/>
      <pc:docMkLst>
        <pc:docMk/>
      </pc:docMkLst>
      <pc:sldChg chg="addSp delSp modSp mod">
        <pc:chgData name="Pranjal Makhloga" userId="e570d5326fd02a7c" providerId="LiveId" clId="{848D3020-8417-4238-9879-3A78A7B54C77}" dt="2025-11-30T12:45:21.796" v="79" actId="207"/>
        <pc:sldMkLst>
          <pc:docMk/>
          <pc:sldMk cId="1107970170" sldId="258"/>
        </pc:sldMkLst>
        <pc:spChg chg="add del mod">
          <ac:chgData name="Pranjal Makhloga" userId="e570d5326fd02a7c" providerId="LiveId" clId="{848D3020-8417-4238-9879-3A78A7B54C77}" dt="2025-11-30T12:38:42.684" v="5"/>
          <ac:spMkLst>
            <pc:docMk/>
            <pc:sldMk cId="1107970170" sldId="258"/>
            <ac:spMk id="5" creationId="{A6C56726-94D8-755B-2DDB-512F5EA7F23F}"/>
          </ac:spMkLst>
        </pc:spChg>
        <pc:spChg chg="add mod">
          <ac:chgData name="Pranjal Makhloga" userId="e570d5326fd02a7c" providerId="LiveId" clId="{848D3020-8417-4238-9879-3A78A7B54C77}" dt="2025-11-30T12:41:01.604" v="29" actId="207"/>
          <ac:spMkLst>
            <pc:docMk/>
            <pc:sldMk cId="1107970170" sldId="258"/>
            <ac:spMk id="6" creationId="{82F1A951-A13E-05A9-D2A2-69DC08580A43}"/>
          </ac:spMkLst>
        </pc:spChg>
        <pc:spChg chg="add mod">
          <ac:chgData name="Pranjal Makhloga" userId="e570d5326fd02a7c" providerId="LiveId" clId="{848D3020-8417-4238-9879-3A78A7B54C77}" dt="2025-11-30T12:43:03.739" v="58" actId="207"/>
          <ac:spMkLst>
            <pc:docMk/>
            <pc:sldMk cId="1107970170" sldId="258"/>
            <ac:spMk id="7" creationId="{9F64C3BA-CE6C-9CE1-AD04-2644A6775F38}"/>
          </ac:spMkLst>
        </pc:spChg>
        <pc:spChg chg="add mod">
          <ac:chgData name="Pranjal Makhloga" userId="e570d5326fd02a7c" providerId="LiveId" clId="{848D3020-8417-4238-9879-3A78A7B54C77}" dt="2025-11-30T12:43:14.247" v="59" actId="207"/>
          <ac:spMkLst>
            <pc:docMk/>
            <pc:sldMk cId="1107970170" sldId="258"/>
            <ac:spMk id="8" creationId="{D34BC5BF-148B-CA60-017D-04A8602912C2}"/>
          </ac:spMkLst>
        </pc:spChg>
        <pc:spChg chg="add mod">
          <ac:chgData name="Pranjal Makhloga" userId="e570d5326fd02a7c" providerId="LiveId" clId="{848D3020-8417-4238-9879-3A78A7B54C77}" dt="2025-11-30T12:44:20.035" v="64" actId="207"/>
          <ac:spMkLst>
            <pc:docMk/>
            <pc:sldMk cId="1107970170" sldId="258"/>
            <ac:spMk id="10" creationId="{BEB027E7-B806-49A0-243D-0591640254E5}"/>
          </ac:spMkLst>
        </pc:spChg>
        <pc:spChg chg="add mod">
          <ac:chgData name="Pranjal Makhloga" userId="e570d5326fd02a7c" providerId="LiveId" clId="{848D3020-8417-4238-9879-3A78A7B54C77}" dt="2025-11-30T12:44:50.995" v="69" actId="207"/>
          <ac:spMkLst>
            <pc:docMk/>
            <pc:sldMk cId="1107970170" sldId="258"/>
            <ac:spMk id="11" creationId="{756C488A-3AA1-0B4A-8321-0A6454C54F43}"/>
          </ac:spMkLst>
        </pc:spChg>
        <pc:spChg chg="add mod">
          <ac:chgData name="Pranjal Makhloga" userId="e570d5326fd02a7c" providerId="LiveId" clId="{848D3020-8417-4238-9879-3A78A7B54C77}" dt="2025-11-30T12:45:21.796" v="79" actId="207"/>
          <ac:spMkLst>
            <pc:docMk/>
            <pc:sldMk cId="1107970170" sldId="258"/>
            <ac:spMk id="12" creationId="{E7EA7F57-5742-A500-130C-1AC7BAEA473F}"/>
          </ac:spMkLst>
        </pc:spChg>
        <pc:picChg chg="add mod">
          <ac:chgData name="Pranjal Makhloga" userId="e570d5326fd02a7c" providerId="LiveId" clId="{848D3020-8417-4238-9879-3A78A7B54C77}" dt="2025-11-30T12:39:06.566" v="8" actId="1076"/>
          <ac:picMkLst>
            <pc:docMk/>
            <pc:sldMk cId="1107970170" sldId="258"/>
            <ac:picMk id="4" creationId="{53F8EF13-95A6-A437-7BB0-7EBA611333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2072-396F-ABA9-28EB-5CC1BA2B9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A51C8-3F80-65B7-CBCE-64442D3E4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9E5A9-ED8E-BA7D-7664-7665A180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90E55-522C-0D35-FCC4-030F45F1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3EA4C-909A-18BC-CB5A-5876E2C6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BA9A-63FD-15A3-DC7E-48238203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F4D0-4C2A-EEAA-BCF3-B4F8812FD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59F3B-3EE4-3853-7C10-A01ED0D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8FFA2-3F46-BCDA-14C1-80979ABB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C0A2-1AF1-4B36-6625-C9548747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4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1726-B62B-8DFB-3186-ACDBAE31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B4DAD-3AA5-6A75-8D0F-1B25E1B30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6964-9E55-FC77-BF39-22A95642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6FAE-674B-5A3E-1570-5685737B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F680-87F0-AF24-133F-8AE5270A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1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1482-FE7B-67ED-9D7A-0E7E9444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F932-3AA0-5FCC-0726-4D4C90E46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CDBAE-2B8B-BCDA-7010-1C6EF2B44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15DB0-6EEF-584D-9581-D1C3DDED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408FF-6149-25CB-AD22-CC2E39E9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53931-6995-38A1-292B-8B2F33E4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3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2BF0-7ECA-40DF-BDDB-49F5A0CF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A454D-1F80-1B36-0E5B-868920838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DCECB-740D-9771-A9CE-C1FF1D3D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5D0BF-0E61-A503-980F-49CDEF72A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6EBDD-46D5-2DC6-EF42-0224422A5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63159-7AC0-0900-FE1A-F99295AE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DFCDF-D84E-97AD-A54A-81D92C7D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153E9-BB2B-6955-4D9F-98B6F808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8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1049-C796-A160-A9ED-FF55C23A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EE45F-6E80-407C-ABA5-82F489C7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CA363-6413-F1C3-180C-267DC6D2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EF2EB-C3D4-AC95-9BF7-9B1F2FED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695D5-9EEF-B715-F1AC-F1784B8A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07514-B0F4-C968-DE25-3FA045EA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87100-BB10-6F44-AEE0-165E34B7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8AA5-209B-1F46-E7FB-3108A49B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90FD-95D0-404A-D6C7-9EC05ABB6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1AF31-30E1-F44C-54E5-50324F086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70283-A97D-513F-5FE9-4B1422C0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AC47-F624-4B37-27D1-42772CD1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04267-A1F9-CC7E-FDC7-F2A6FB15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1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AC50-0DEC-71F7-242C-E91D898B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AABFA-1161-2D1A-FA6C-3AC9A6508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49AE5-FBED-C995-74A4-9CA62A504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A7F36-FF0B-5B43-7657-A66CF904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41CBF-5BBE-5010-08B6-FEB537A8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09242-AA38-1565-43DA-2D9814EB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09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6EB7-6524-245F-26DF-0774EB33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36A02-457D-9F9D-693D-908215D88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8C0DD-7B1A-DF6F-35B0-FE3BB3F7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9F737-C206-ACDE-E9A1-81497946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8AE6E-752A-3D8E-3D7E-B496057A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5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8D68D5-477F-5F63-E397-811D82ACC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BA66-5CCA-927D-F0CE-786F009CB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DBA4-39DC-66BC-BCBA-90CE735A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28302-6996-0597-4EC5-392E4568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97905-E813-B2A9-8CCF-3A9A003E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9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8B642-2F86-B0ED-B0E7-25D6317A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DE833-F7A4-E590-9B12-D46455B46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80A52-EF9F-7966-255F-D7EC05FC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88AC2-CD54-40CA-9F04-A298854929E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5EC04-A29E-773E-101D-CBEB0DF84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7A93-E480-85C9-B6A4-F13E81B2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2B7A4-9295-485B-B76C-CA22DAC5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hands on a keyboard">
            <a:extLst>
              <a:ext uri="{FF2B5EF4-FFF2-40B4-BE49-F238E27FC236}">
                <a16:creationId xmlns:a16="http://schemas.microsoft.com/office/drawing/2014/main" id="{2DFAB945-B8A9-F4E3-7B69-498E5508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266"/>
            <a:ext cx="12192000" cy="697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8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0282-0C5A-B0CB-BC7C-48682BD6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6603A-76BE-9EF2-2D76-0D93B0287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F8EF13-95A6-A437-7BB0-7EBA61133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6" y="297391"/>
            <a:ext cx="3368332" cy="518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F1A951-A13E-05A9-D2A2-69DC08580A43}"/>
              </a:ext>
            </a:extLst>
          </p:cNvPr>
          <p:cNvSpPr txBox="1"/>
          <p:nvPr/>
        </p:nvSpPr>
        <p:spPr>
          <a:xfrm>
            <a:off x="381000" y="297391"/>
            <a:ext cx="3683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DE9A"/>
                </a:solidFill>
              </a:rPr>
              <a:t>TEAM </a:t>
            </a:r>
            <a:r>
              <a:rPr lang="en-US" sz="2800" b="1" dirty="0" err="1">
                <a:solidFill>
                  <a:srgbClr val="CFDE9A"/>
                </a:solidFill>
              </a:rPr>
              <a:t>pYSQUAD</a:t>
            </a:r>
            <a:r>
              <a:rPr lang="en-US" sz="2800" b="1" dirty="0">
                <a:solidFill>
                  <a:srgbClr val="CFDE9A"/>
                </a:solidFill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C3BA-CE6C-9CE1-AD04-2644A6775F38}"/>
              </a:ext>
            </a:extLst>
          </p:cNvPr>
          <p:cNvSpPr txBox="1"/>
          <p:nvPr/>
        </p:nvSpPr>
        <p:spPr>
          <a:xfrm>
            <a:off x="6561667" y="1690688"/>
            <a:ext cx="259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5EDC9"/>
                </a:solidFill>
              </a:rPr>
              <a:t>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BC5BF-148B-CA60-017D-04A8602912C2}"/>
              </a:ext>
            </a:extLst>
          </p:cNvPr>
          <p:cNvSpPr txBox="1"/>
          <p:nvPr/>
        </p:nvSpPr>
        <p:spPr>
          <a:xfrm>
            <a:off x="6561667" y="2827867"/>
            <a:ext cx="273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5EDC9"/>
                </a:solidFill>
              </a:rPr>
              <a:t>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027E7-B806-49A0-243D-0591640254E5}"/>
              </a:ext>
            </a:extLst>
          </p:cNvPr>
          <p:cNvSpPr txBox="1"/>
          <p:nvPr/>
        </p:nvSpPr>
        <p:spPr>
          <a:xfrm>
            <a:off x="6663267" y="3852333"/>
            <a:ext cx="186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5EDC9"/>
                </a:solidFill>
              </a:rPr>
              <a:t>PPT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C488A-3AA1-0B4A-8321-0A6454C54F43}"/>
              </a:ext>
            </a:extLst>
          </p:cNvPr>
          <p:cNvSpPr txBox="1"/>
          <p:nvPr/>
        </p:nvSpPr>
        <p:spPr>
          <a:xfrm>
            <a:off x="6663267" y="4809067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5EDC9"/>
                </a:solidFill>
              </a:rPr>
              <a:t>PPT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A7F57-5742-A500-130C-1AC7BAEA473F}"/>
              </a:ext>
            </a:extLst>
          </p:cNvPr>
          <p:cNvSpPr txBox="1"/>
          <p:nvPr/>
        </p:nvSpPr>
        <p:spPr>
          <a:xfrm>
            <a:off x="6663267" y="5918200"/>
            <a:ext cx="204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5EDC9"/>
                </a:solidFill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110797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5502-CBDA-B62B-0D4A-E00C8140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523D6-5C5D-44BB-9531-EAEA6C3FB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0379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964C-7AE7-CF8F-A038-CEEE7E7D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1992016-D46D-BC6B-9CEE-C84057BB9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8272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A2FC-457D-C26A-934B-5A8DF2EA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black application&#10;&#10;AI-generated content may be incorrect.">
            <a:extLst>
              <a:ext uri="{FF2B5EF4-FFF2-40B4-BE49-F238E27FC236}">
                <a16:creationId xmlns:a16="http://schemas.microsoft.com/office/drawing/2014/main" id="{FF36A16E-31F2-6778-2A31-6A2778C52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55528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38A9-AA41-EBC4-58F1-61FDFF38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9D878-56B1-F680-716C-A7D69D1E8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49396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AF0F-739D-4968-C990-5CD3527F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5B2A3D-7C00-8E39-31BA-A1875A4EB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79141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534A-22F1-1F7E-6816-D8D8203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0E2F6D-0A74-897E-B88C-B064CF89B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500"/>
            <a:ext cx="12192000" cy="6882500"/>
          </a:xfrm>
        </p:spPr>
      </p:pic>
      <p:pic>
        <p:nvPicPr>
          <p:cNvPr id="7" name="Picture 6" descr="A person using a computer">
            <a:extLst>
              <a:ext uri="{FF2B5EF4-FFF2-40B4-BE49-F238E27FC236}">
                <a16:creationId xmlns:a16="http://schemas.microsoft.com/office/drawing/2014/main" id="{B08DDDF0-3C68-5F84-39A0-EF8509E7F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91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4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7ACD-5A38-0AE9-85F0-7107D96A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3FA46C-2220-E154-9A62-3DCA74CD7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5197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Pranjal Makhloga</dc:creator>
  <cp:lastModifiedBy>Pranjal Makhloga</cp:lastModifiedBy>
  <cp:revision>1</cp:revision>
  <dcterms:created xsi:type="dcterms:W3CDTF">2025-11-19T11:46:03Z</dcterms:created>
  <dcterms:modified xsi:type="dcterms:W3CDTF">2025-11-30T12:45:28Z</dcterms:modified>
</cp:coreProperties>
</file>